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AA40A-C5A4-40FF-A6DA-328CD3E8BB2B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53CA8-690D-4571-8675-F106300E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31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Witness A changed testimony.</a:t>
            </a:r>
          </a:p>
          <a:p>
            <a:endParaRPr lang="en-US" dirty="0"/>
          </a:p>
          <a:p>
            <a:r>
              <a:rPr lang="en-US" dirty="0"/>
              <a:t>Verify CCTV timestamp.</a:t>
            </a:r>
          </a:p>
          <a:p>
            <a:endParaRPr lang="en-US" dirty="0"/>
          </a:p>
          <a:p>
            <a:r>
              <a:rPr lang="en-US"/>
              <a:t>Interview security guard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53CA8-690D-4571-8675-F106300E2E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2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3F279-64AB-1A2A-D1A3-AE6809EEA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7F02B5-DFB6-7B9B-2868-79AD10846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25008-8BF7-C342-3687-4DDCD609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5A889-08A2-4B6E-AA2E-C77FEF35112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59BB7-A307-2C81-1067-4C1A114BC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C02CD-F20E-9C84-B726-09F05A56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C56-38D1-44AF-98B5-6A96A205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0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14947-4C17-501F-0ECE-CBD623621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49669-F899-B542-D7A9-DCAE88327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29980-A919-5C3C-73AF-5FEE90E25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5A889-08A2-4B6E-AA2E-C77FEF35112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3F8C8-0173-7E79-934E-C8AE7A04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C3322-FCFE-7A41-24E3-9DB6F4750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C56-38D1-44AF-98B5-6A96A205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9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85491-E387-A2E1-05F2-6DCBA05DE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1AF10-8011-8DDD-586E-40F78EB22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9EF8F-08DA-E1D0-0210-D3BED28D1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5A889-08A2-4B6E-AA2E-C77FEF35112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5A767-42D0-8463-C015-8BDABC936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AB179-0271-D29C-04E9-A48A0D4B4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C56-38D1-44AF-98B5-6A96A205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40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577AE-9B79-76D8-322D-6F3858D6D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C3DA1-1673-DE61-A543-E94CE7F157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906BA-5B3C-5A9D-F5A1-D0250BA8A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DBD85-C694-F22C-ECC0-5479EFBCB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5A889-08A2-4B6E-AA2E-C77FEF35112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6A700-A513-24CA-E2AE-B5F974475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4762D-7F61-478C-9D6A-BB4DA971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C56-38D1-44AF-98B5-6A96A205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984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9EC39-F7FD-B4D4-5D65-1CAB331AE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0A08D-20AB-796A-985D-13D3CBE65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20A2E-0D24-1F4C-565C-DCFBB760F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FA0241-5150-7A9E-1E3E-2F5955773B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BFB118-3ED2-49E6-F4B4-B48E50329E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23D034-3FCE-45C3-A2F2-6F494C22E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5A889-08A2-4B6E-AA2E-C77FEF35112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3BE2F-7585-0664-FB44-7EF066EB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5FF9C7-1622-B31C-B62F-CF1D0B19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C56-38D1-44AF-98B5-6A96A205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77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7C79C-B3F5-C177-BE7C-D29E6536F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820E46-E957-5E9D-D0AD-F6800B2E8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5A889-08A2-4B6E-AA2E-C77FEF35112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2B613A-36ED-D59D-17FD-ABE58B25E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6EAF5B-7B15-48C8-8A49-ED067F4E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C56-38D1-44AF-98B5-6A96A205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45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1CA663-83A3-01BB-AD2F-CE0BDA3FC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5A889-08A2-4B6E-AA2E-C77FEF35112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7C497-5643-4683-1FC5-643FDC22B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FE2C5-4A3F-B021-D634-249C7AE52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C56-38D1-44AF-98B5-6A96A205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74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6972E-FCC7-785F-B4BD-BF455ABEB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147DC-BFB5-9E97-0145-7E0BE66FF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C91AB-C8F8-0E62-79E0-F99B19951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10939-06BC-B34C-D184-22086C8AA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5A889-08A2-4B6E-AA2E-C77FEF35112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33B93-D4F8-9062-1438-29D0C621A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A1C5C-6596-1FE1-9929-5E7810F9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C56-38D1-44AF-98B5-6A96A205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9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3480B-6BA3-CBDB-7953-713A584C8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4F7FD4-3BC8-3803-BFB2-38B8DCE636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06709-B58E-9E27-4591-794FF5B5D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7E6CE-3555-B218-3804-880CB678D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5A889-08A2-4B6E-AA2E-C77FEF35112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B8DA7-623D-0E82-0213-B958CE643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3CA87-5EDE-64A7-8E27-6F0226F34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C56-38D1-44AF-98B5-6A96A205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66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B1E45-18E0-E49C-13AF-EB94C50AD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05713E-E4BA-407D-3F44-D558DC03F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EB373-7D5F-5329-6CAE-9957C8956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5A889-08A2-4B6E-AA2E-C77FEF35112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9580D-14F1-584F-638A-F44DBFEF8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60020-1A17-6C8A-7B20-F2E069267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C56-38D1-44AF-98B5-6A96A205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576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F04474-E919-A34A-0898-0597EDCD3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0512E0-EED5-BD14-E8F6-23673D739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294A0-D166-38F8-16DA-79D046D0E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5A889-08A2-4B6E-AA2E-C77FEF35112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62CE4-62E3-D418-F579-BED951630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C7443-B521-8AA6-9FA4-9A51640AA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3C56-38D1-44AF-98B5-6A96A205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380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587758-5EBD-D662-5979-41545899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A1649-1107-288C-A7E5-D7675185C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9F5E8-5AB3-FD91-719F-6E8B9229B4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45A889-08A2-4B6E-AA2E-C77FEF35112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425DE-16E1-0251-9D7C-18304CD40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7CA76-416D-169E-E3D6-5969046E5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9D3C56-38D1-44AF-98B5-6A96A205D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6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421D0-2F4E-4412-7557-A441D789B3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Police Investigation Summary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4B7FA-4226-43BE-755D-B76B0DAB61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Investigator:   Inspector Hamza Malik  </a:t>
            </a:r>
          </a:p>
          <a:p>
            <a:r>
              <a:rPr lang="en-US" dirty="0"/>
              <a:t>Incident Date: 10 July 2025</a:t>
            </a:r>
          </a:p>
          <a:p>
            <a:r>
              <a:rPr lang="en-US" dirty="0"/>
              <a:t>Location:  Mall Road Lahore</a:t>
            </a:r>
          </a:p>
        </p:txBody>
      </p:sp>
    </p:spTree>
    <p:extLst>
      <p:ext uri="{BB962C8B-B14F-4D97-AF65-F5344CB8AC3E}">
        <p14:creationId xmlns:p14="http://schemas.microsoft.com/office/powerpoint/2010/main" val="1919516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D73F3F-2978-940D-A9DA-70C92CBAC5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813434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87599124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78375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589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CCTV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Collected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7795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Witness Statements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1577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Phone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886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DNA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Pending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0298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8060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4F132A-9925-6C61-D38C-A33CAC6E2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101" y="1475662"/>
            <a:ext cx="8251797" cy="292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06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48</Words>
  <Application>Microsoft Office PowerPoint</Application>
  <PresentationFormat>Widescreen</PresentationFormat>
  <Paragraphs>20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Police Investigation Summary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SP24-BAI-048(USMAN AHMAD)</dc:creator>
  <cp:lastModifiedBy>SP24-BAI-048(USMAN AHMAD)</cp:lastModifiedBy>
  <cp:revision>2</cp:revision>
  <dcterms:created xsi:type="dcterms:W3CDTF">2026-07-29T20:22:07Z</dcterms:created>
  <dcterms:modified xsi:type="dcterms:W3CDTF">2026-07-31T19:07:33Z</dcterms:modified>
</cp:coreProperties>
</file>